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{{PROJECT_TITLE}}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Proposal for: {{BUYER_NAME}}</a:t>
            </a:r>
          </a:p>
          <a:p>
            <a:r>
              <a:t>RFP ID: {{RFP_ID}}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{{TECHNICAL_SOLUTION}}</a:t>
            </a:r>
          </a:p>
          <a:p/>
          <a:p>
            <a:r>
              <a:t>Domain: {{DOMAIN}}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Grand Total: {{GRAND_TOTAL}}</a:t>
            </a:r>
          </a:p>
          <a:p/>
          <a:p>
            <a:r>
              <a:t>Submission Deadline: {{SUBMISSION_DEADLINE}}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Delivery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{{DELIVERY_TIMELINE}}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